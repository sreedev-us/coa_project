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Hazards &amp; Branch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tested 4 hardware architectures against 2 workloads:</a:t>
            </a:r>
          </a:p>
          <a:p>
            <a:pPr>
              <a:spcAft>
                <a:spcPts val="1000"/>
              </a:spcAft>
              <a:defRPr sz="2400" b="0"/>
            </a:pPr>
            <a:r>
              <a:t>1. Random Workload: Unpredictable branches (rand() % 100 &lt; 50).</a:t>
            </a:r>
          </a:p>
          <a:p>
            <a:pPr>
              <a:spcAft>
                <a:spcPts val="1000"/>
              </a:spcAft>
              <a:defRPr sz="2400" b="0"/>
            </a:pPr>
            <a:r>
              <a:t>2. Patterned Workload: A predictable loop (i % 4 != 0).</a:t>
            </a:r>
          </a:p>
          <a:p>
            <a:pPr>
              <a:spcAft>
                <a:spcPts val="1000"/>
              </a:spcAft>
              <a:defRPr sz="2400" b="1"/>
            </a:pPr>
            <a:r>
              <a:t>Goal: Observe how advanced hardware 'learns' software patterns to avoid pipeline flushes.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Random Workload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 Predictors cannot find a pattern in random data. Mispredictions will be universally high.</a:t>
            </a:r>
          </a:p>
          <a:p>
            <a:pPr>
              <a:spcAft>
                <a:spcPts val="1000"/>
              </a:spcAft>
              <a:defRPr sz="2200" b="0"/>
            </a:pPr>
            <a:r>
              <a:t>• LocalBP: 6,505 Mispredictions | 56,351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BiModeBP: 6,801 Mispredictions | 56,348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TournamentBP: 6,489 Mispredictions | 57,981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PerceptronBP: 6,558 Mispredictions | 59,648 Flushes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Random Workload</a:t>
            </a:r>
          </a:p>
        </p:txBody>
      </p:sp>
      <p:pic>
        <p:nvPicPr>
          <p:cNvPr id="3" name="Picture 2" descr="graph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Patterned Workload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 Advanced predictors will 'learn' the repeating mathematical loop and avoid flushes.</a:t>
            </a:r>
          </a:p>
          <a:p>
            <a:pPr>
              <a:spcAft>
                <a:spcPts val="1000"/>
              </a:spcAft>
              <a:defRPr sz="2200" b="0"/>
            </a:pPr>
            <a:r>
              <a:t>• LocalBP: 25,828 Mispredictions | 402,453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BiModeBP: 1,084 Mispredictions | 2,504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TournamentBP: 829 Mispredictions | 2,486 Flushes</a:t>
            </a:r>
          </a:p>
          <a:p>
            <a:pPr>
              <a:spcAft>
                <a:spcPts val="1000"/>
              </a:spcAft>
              <a:defRPr sz="2200" b="0"/>
            </a:pPr>
            <a:r>
              <a:t>• PerceptronBP: 30,248 Mispredictions | 445,712 Flushes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Patterned Workload</a:t>
            </a:r>
          </a:p>
        </p:txBody>
      </p:sp>
      <p:pic>
        <p:nvPicPr>
          <p:cNvPr id="3" name="Picture 2" descr="graph_patte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Performance: CPU Clock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simulated execution time (Ticks) for the Patterned Workload:</a:t>
            </a:r>
          </a:p>
          <a:p>
            <a:pPr>
              <a:spcAft>
                <a:spcPts val="1000"/>
              </a:spcAft>
              <a:defRPr sz="2800" b="0"/>
            </a:pPr>
            <a:r>
              <a:t>• LocalBP: 13,318,968,000 Ticks</a:t>
            </a:r>
          </a:p>
          <a:p>
            <a:pPr>
              <a:spcAft>
                <a:spcPts val="1000"/>
              </a:spcAft>
              <a:defRPr sz="2800" b="0"/>
            </a:pPr>
            <a:r>
              <a:t>• BiModeBP: 12,885,099,000 Ticks</a:t>
            </a:r>
          </a:p>
          <a:p>
            <a:pPr>
              <a:spcAft>
                <a:spcPts val="1000"/>
              </a:spcAft>
              <a:defRPr sz="2800" b="0"/>
            </a:pPr>
            <a:r>
              <a:t>• TournamentBP: 12,869,626,000 Ticks</a:t>
            </a:r>
          </a:p>
          <a:p>
            <a:pPr>
              <a:spcAft>
                <a:spcPts val="1000"/>
              </a:spcAft>
              <a:defRPr sz="2800" b="0"/>
            </a:pPr>
            <a:r>
              <a:t>• PerceptronBP: 13,343,397,000 Ticks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 these saved clock cycles actually mean for performance?</a:t>
            </a:r>
          </a:p>
          <a:p>
            <a:pPr>
              <a:spcAft>
                <a:spcPts val="1000"/>
              </a:spcAft>
              <a:defRPr sz="2400" b="0"/>
            </a:pPr>
            <a:r>
              <a:t>By minimizing pipeline bubbles, the optimal predictor saved 473,771,000 CPU Ticks compared to the slowest predictor.</a:t>
            </a:r>
          </a:p>
          <a:p>
            <a:pPr>
              <a:spcAft>
                <a:spcPts val="1000"/>
              </a:spcAft>
              <a:defRPr sz="2400" b="1"/>
            </a:pPr>
            <a:r>
              <a:t>This represents a 3.55% reduction in total execution time.</a:t>
            </a:r>
          </a:p>
          <a:p>
            <a:pPr>
              <a:spcAft>
                <a:spcPts val="1000"/>
              </a:spcAft>
              <a:defRPr sz="2200" b="0"/>
            </a:pPr>
            <a:r>
              <a:t>In massive data centers or high-performance environments, a ~3.5% speedup across billions of instructions saves significant processing time and power, simply by choosing the correct hardware architecture!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Paradox: Why the Perceptron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PerceptronBP uses Neural Networks, so why did it perform poorly?</a:t>
            </a:r>
          </a:p>
          <a:p>
            <a:pPr>
              <a:spcAft>
                <a:spcPts val="1000"/>
              </a:spcAft>
              <a:defRPr sz="2000" b="0"/>
            </a:pPr>
            <a:r>
              <a:t>1. Training Overhead: Machine learning models require a 'warm-up' period to train their weights. 100k loops was not enough data for it to stabilize.</a:t>
            </a:r>
          </a:p>
          <a:p>
            <a:pPr>
              <a:spcAft>
                <a:spcPts val="1000"/>
              </a:spcAft>
              <a:defRPr sz="2000" b="0"/>
            </a:pPr>
            <a:r>
              <a:t>2. Over-engineering: The Tournament predictor uses a simple meta-table, allowing it to instantly recognize the short loop pattern.</a:t>
            </a:r>
          </a:p>
          <a:p>
            <a:pPr>
              <a:spcAft>
                <a:spcPts val="1000"/>
              </a:spcAft>
              <a:defRPr sz="2200" b="1"/>
            </a:pPr>
            <a:r>
              <a:t>Conclusion: Throwing AI hardware at simple code is highly inefficient!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